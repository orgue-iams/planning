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Comparatif planning - Orgue IAMS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Ancien site vs nouveau prototype (version Mac-compatible)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1 - Architecture generale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Navigateur utilisateur -&gt; application planning -&gt; backend securise</a:t>
            </a:r>
          </a:p>
          <a:p>
            <a:pPr/>
            <a:r>
              <a:t>Application web: consultation, reservation, edition, administration</a:t>
            </a:r>
          </a:p>
          <a:p>
            <a:pPr/>
            <a:r>
              <a:t>Backend Supabase: auth, PostgreSQL, controle d'acces, fonctions serveur</a:t>
            </a:r>
          </a:p>
          <a:p>
            <a:pPr/>
            <a:r>
              <a:t>Integrations externes: Google Calendar et notifications e-mail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2 - Technologies utilisees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t>Front</a:t>
            </a:r>
          </a:p>
          <a:p>
            <a:pPr lvl="1"/>
            <a:r>
              <a:t>HTML / CSS / JavaScript (modules ES)</a:t>
            </a:r>
          </a:p>
          <a:p>
            <a:pPr lvl="1"/>
            <a:r>
              <a:t>FullCalendar</a:t>
            </a:r>
          </a:p>
          <a:p>
            <a:pPr lvl="1"/>
            <a:r>
              <a:t>Tailwind CSS + DaisyUI</a:t>
            </a:r>
          </a:p>
          <a:p>
            <a:pPr lvl="1"/>
            <a:r>
              <a:t>PWA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Backend</a:t>
            </a:r>
          </a:p>
          <a:p>
            <a:pPr lvl="1"/>
            <a:r>
              <a:t>Supabase Auth</a:t>
            </a:r>
          </a:p>
          <a:p>
            <a:pPr lvl="1"/>
            <a:r>
              <a:t>PostgreSQL</a:t>
            </a:r>
          </a:p>
          <a:p>
            <a:pPr lvl="1"/>
            <a:r>
              <a:t>Supabase Edge Functions</a:t>
            </a:r>
          </a:p>
          <a:p>
            <a:pPr lvl="1"/>
            <a:r>
              <a:t>Integrations Google Calendar + e-mail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3 - Hebergement actuel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Front: GitHub Pages (site statique HTTPS)</a:t>
            </a:r>
          </a:p>
          <a:p>
            <a:pPr/>
            <a:r>
              <a:t>Base de donnees: Supabase PostgreSQL</a:t>
            </a:r>
          </a:p>
          <a:p>
            <a:pPr/>
            <a:r>
              <a:t>Logique serveur: Supabase Edge Functions</a:t>
            </a:r>
          </a:p>
          <a:p>
            <a:pPr/>
            <a:r>
              <a:t>Cible a valider avec le SI (securite, RGPD, exploitation)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4 - Fonctionnel utilisateur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t>Nouveau planning</a:t>
            </a:r>
          </a:p>
          <a:p>
            <a:pPr lvl="1"/>
            <a:r>
              <a:t>Edition des creneaux fluide</a:t>
            </a:r>
          </a:p>
          <a:p>
            <a:pPr lvl="1"/>
            <a:r>
              <a:t>Experience mobile/tablette</a:t>
            </a:r>
          </a:p>
          <a:p>
            <a:pPr lvl="1"/>
            <a:r>
              <a:t>Types de creneaux clairs</a:t>
            </a:r>
          </a:p>
          <a:p>
            <a:pPr lvl="1"/>
            <a:r>
              <a:t>Consultation Google Calendar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Ancien planning</a:t>
            </a:r>
          </a:p>
          <a:p>
            <a:pPr lvl="1"/>
            <a:r>
              <a:t>Ergonomie web historique</a:t>
            </a:r>
          </a:p>
          <a:p>
            <a:pPr lvl="1"/>
            <a:r>
              <a:t>Fonctions degradees avec le temps</a:t>
            </a:r>
          </a:p>
          <a:p>
            <a:pPr lvl="1"/>
            <a:r>
              <a:t>Peu d'integration externe</a:t>
            </a:r>
          </a:p>
          <a:p>
            <a:pPr lvl="1"/>
            <a:r>
              <a:t>Maintenance difficile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5 - Pedagogie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t>Nouveau planning</a:t>
            </a:r>
          </a:p>
          <a:p>
            <a:pPr lvl="1"/>
            <a:r>
              <a:t>Type Cours distinct</a:t>
            </a:r>
          </a:p>
          <a:p>
            <a:pPr lvl="1"/>
            <a:r>
              <a:t>Association cours &lt;-&gt; eleves</a:t>
            </a:r>
          </a:p>
          <a:p>
            <a:pPr lvl="1"/>
            <a:r>
              <a:t>Gestion semaines A/B</a:t>
            </a:r>
          </a:p>
          <a:p>
            <a:pPr lvl="1"/>
            <a:r>
              <a:t>Lisibilite pedagogique amelioree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Ancien planning</a:t>
            </a:r>
          </a:p>
          <a:p>
            <a:pPr lvl="1"/>
            <a:r>
              <a:t>Pas de structure cours/eleves</a:t>
            </a:r>
          </a:p>
          <a:p>
            <a:pPr lvl="1"/>
            <a:r>
              <a:t>Intitules parfois ambigus</a:t>
            </a:r>
          </a:p>
          <a:p>
            <a:pPr lvl="1"/>
            <a:r>
              <a:t>Pas de logique A/B</a:t>
            </a:r>
          </a:p>
          <a:p>
            <a:pPr lvl="1"/>
            <a:r>
              <a:t>Risque de confusion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6 - Equite de reservation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Quota eleve travail perso: 2h/semaine (parametrable)</a:t>
            </a:r>
          </a:p>
          <a:p>
            <a:pPr/>
            <a:r>
              <a:t>Fenetre max reservation eleve: 15 jours (parametrable)</a:t>
            </a:r>
          </a:p>
          <a:p>
            <a:pPr/>
            <a:r>
              <a:t>Anti-chevauchement des reservations</a:t>
            </a:r>
          </a:p>
          <a:p>
            <a:pPr/>
            <a:r>
              <a:t>Controle des suppressions pour limiter les abus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7 - Securite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HTTPS maintenu</a:t>
            </a:r>
          </a:p>
          <a:p>
            <a:pPr/>
            <a:r>
              <a:t>Authentification modernisee (session/token)</a:t>
            </a:r>
          </a:p>
          <a:p>
            <a:pPr/>
            <a:r>
              <a:t>Droits renforces cote serveur et base de donnees</a:t>
            </a:r>
          </a:p>
          <a:p>
            <a:pPr/>
            <a:r>
              <a:t>Administration des comptes encadree (roles, suspension, mots de passe)</a:t>
            </a:r>
          </a:p>
          <a:p>
            <a:pPr/>
            <a:r>
              <a:t>Revue SI a finaliser pour policy mots de passe et RGPD detaille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8 - Statistiques deja disponibles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Occupation globale (cours, travail perso, concert, total)</a:t>
            </a:r>
          </a:p>
          <a:p>
            <a:pPr/>
            <a:r>
              <a:t>Indicateurs par eleve (creneaux, heures, moyenne)</a:t>
            </a:r>
          </a:p>
          <a:p>
            <a:pPr/>
            <a:r>
              <a:t>Graphique journalier des heures de travail perso</a:t>
            </a:r>
          </a:p>
          <a:p>
            <a:pPr/>
            <a:r>
              <a:t>Extensions possibles selon besoins de pilotage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9 - Comparatif synthetique (etoiles)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Authentification: Ancien 2/5 | Nouveau 4/5</a:t>
            </a:r>
          </a:p>
          <a:p>
            <a:pPr/>
            <a:r>
              <a:t>Ergonomie creneaux: Ancien 2/5 | Nouveau 5/5</a:t>
            </a:r>
          </a:p>
          <a:p>
            <a:pPr/>
            <a:r>
              <a:t>Mobile/tablette: Ancien 1/5 | Nouveau 4/5</a:t>
            </a:r>
          </a:p>
          <a:p>
            <a:pPr/>
            <a:r>
              <a:t>Pedagogie (cours/eleves/A-B): Ancien 1/5 | Nouveau 5/5</a:t>
            </a:r>
          </a:p>
          <a:p>
            <a:pPr/>
            <a:r>
              <a:t>Maintenance/gouvernance: Ancien 1/5 | Nouveau 5/5</a:t>
            </a:r>
          </a:p>
          <a:p>
            <a:pPr/>
            <a:r>
              <a:t>Securite globale: Ancien 2/5 | Nouveau 4/5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10 -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Le nouveau planning est operationnel, plus lisible et plus pilotable</a:t>
            </a:r>
          </a:p>
          <a:p>
            <a:pPr/>
            <a:r>
              <a:t>Le socle est plus robuste et plus securise que l'ancien</a:t>
            </a:r>
          </a:p>
          <a:p>
            <a:pPr/>
            <a:r>
              <a:t>Prochaine etape: cadrage SI (securite/RGPD/exploitation)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