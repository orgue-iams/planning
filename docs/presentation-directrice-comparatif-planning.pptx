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Orgue IAMS - Presentation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Comparatif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  <a:latin typeface="Segoe UI"/>
              </a:defRPr>
            </a:pPr>
            <a:r>
              <a:t>Ancien site vs Nouveau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Segoe UI"/>
              </a:defRPr>
            </a:pPr>
            <a:r>
              <a:t>Objectif : montrer des resultats deja actifs, rassurer sur la securite, puis preparer une revue SI constructive.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89920" cy="192024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1042416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Le nouveau planning conserve l'essentiel et corrige les fragilites de l'ancien site.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Le prototype est deja fonctionnel et reste adaptable selon les retours Direction/SI.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1 - 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Architecture generale du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89920" cy="91440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556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Schema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navigateur utilisateur -&gt; application planning -&gt; services backend securises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246888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Application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30632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Consultation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Reservation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Edition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Administration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743200"/>
            <a:ext cx="3429000" cy="246888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8529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Backend Supabase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3218688"/>
            <a:ext cx="30632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Authentification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Base PostgreSQL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Controle d'acces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Fonctions serveur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743200"/>
            <a:ext cx="3493008" cy="246888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2852928"/>
            <a:ext cx="31272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Integrations externes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3218688"/>
            <a:ext cx="312724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Google Calendar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Notifications e-mail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2 -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Technos mises en oeuvre (prototype actuel)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84632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HTML / CSS / JavaScript (modules ES)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FullCalendar (grille planning)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Tailwind CSS + DaisyUI (interface)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PWA (usage web fluide, mobile/tablette)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38912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4708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12848"/>
            <a:ext cx="484632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Supabase Auth (sessions et roles)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PostgreSQL (planning et profils)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Edge Functions Supabase (logique serveur)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Integrations : Google Calendar, e-mail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3 - Hebergement actuel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Ou tourne le prototype aujourd'hui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89920" cy="128016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Site web planning (front)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1042416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GitHub Pages - site statique public HTTPS, pratique pour demonstration.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789920" cy="128016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728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Base de donnees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13048"/>
            <a:ext cx="10424160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Supabase PostgreSQL - utilisateurs, creneaux, regles, statistiques.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10789920" cy="109728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5604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Fonctions serveur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21808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Supabase Edge Functions - actions administratives, logique metier, integrations.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4 - Fonctionnel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Ce qui change au quotidien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212080" cy="438912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92807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Nouveau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484632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Edition des creneaux fluide (deplacement/redimensionnement).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Experience mobile/tablette moderne.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Types clairs : Travail, Cours, Concert, Autre, Fermeture.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Consultation Google Calendar (global + personnel).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12080" cy="438912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92807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Ancien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58568"/>
            <a:ext cx="484632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Vue semaine surtout, ergonomie web classique.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Fonctions historiques degradees (titres, mails, stats).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Pas d'integration Google structuree.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Maintenance devenue difficile.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5 - Pedagogie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Cours, eleves inscrits, semaines A/B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212080" cy="438912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92807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Nouveau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484632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Type Cours distinct des reservations simples.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Association cours &lt;-&gt; eleves lisible.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Gestion des semaines A/B.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Suivi plus fin des activites.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12080" cy="4389120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DB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92807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Ancien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58568"/>
            <a:ext cx="4846320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Pas de structure cours/eleves.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Intitules parfois insuffisants.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Pas de logique semaine A/B.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Risque d'erreurs d'interpretation.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6 - Equite de reservation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Regles actives et parametrables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Actif maintenant : quota eleve travail perso = 2h/semaine (modifiable).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Actif maintenant : fenetre max de reservation eleve = 15 jours (modifiable).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Actif maintenant : controle de suppression pour limiter les abus.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Actif maintenant : anti-chevauchement des reservations.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Avant, ces regles etaient surtout orales ; maintenant elles sont concretes et ajustables.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7 - Securite (message simple)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Pourquoi le nouveau socle est plus 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HTTPS maintenu (comme avant).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Authentification modernisee : session/token, moins de logique fragile.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Droits renforces : controles cote serveur et cote base.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Administration encadree : roles, suspension, gestion des mots de passe.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Gouvernance : versionning GitHub et suivi des corrections/evolutions.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A cadrer avec le SI : politique mots de passe, sessions, RGPD detaille.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8 - Statistiques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Indicateurs deja en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Occupation globale : Cours / Travail perso (eleves) / Concert / Total.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Par eleve : nombre de creneaux, heures, moyenne heures/semaine.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Graphique journalier des heures de travail perso.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Evolutif : ajout d'autres indicateurs selon les besoins de pilotage.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Ancien site : module stats historique devenu non fonctionnel.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9 - Comparatif synthetique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Tableau a etoiles (lecture direction)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Authentification/mots de passe : Ancien 2/5 | Nouveau 4/5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Gestion creneaux &amp; ergonomie : Ancien 2/5 | Nouveau 5/5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Mobile/tablette : Ancien 1/5 | Nouveau 4/5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Cours + eleves + semaines A/B : Ancien 1/5 | Nouveau 5/5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Visibilite Google (global + perso) : Ancien 1/5 | Nouveau 5/5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Maintenance/gouvernance : Ancien 1/5 | Nouveau 5/5</a:t>
            </a:r>
          </a:p>
          <a:p>
            <a:pPr>
              <a:spcAft>
                <a:spcPts val="700"/>
              </a:spcAft>
              <a:defRPr sz="2000">
                <a:solidFill>
                  <a:srgbClr val="1E293B"/>
                </a:solidFill>
                <a:latin typeface="Segoe UI"/>
              </a:defRPr>
            </a:pPr>
            <a:r>
              <a:t>Securite globale : Ancien 2/5 | Nouveau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10 -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Segoe UI"/>
              </a:defRPr>
            </a:pPr>
            <a:r>
              <a:t>Message propose pour validation de principe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"/>
              </a:defRPr>
            </a:pPr>
            <a:r>
              <a:t>Le nouveau planning est operationnel, plus lisible, plus pilotable et plus securise que l'ancien.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Base serieuse pour la revue SI (securite, RGPD, exploitation).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Decision attendue : accord de principe pour passage en revue SI.</a:t>
            </a:r>
          </a:p>
          <a:p>
            <a:pPr>
              <a:spcAft>
                <a:spcPts val="700"/>
              </a:spcAft>
              <a:defRPr sz="2200">
                <a:solidFill>
                  <a:srgbClr val="1E293B"/>
                </a:solidFill>
                <a:latin typeface="Segoe UI"/>
              </a:defRPr>
            </a:pPr>
            <a:r>
              <a:t>Etape suivante : cadrage technique/securite avec le 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5566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Presentation Direction - Planning Orgue IAMS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556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